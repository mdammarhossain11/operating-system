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U/F1eeEFPG+IgCTnCvHTJFudU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3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 sz="7200"/>
              <a:t>Concurrency</a:t>
            </a:r>
            <a:br>
              <a:rPr lang="en-US" sz="7200"/>
            </a:br>
            <a:r>
              <a:rPr lang="en-US" sz="4400"/>
              <a:t>Synchronization</a:t>
            </a:r>
            <a:endParaRPr sz="72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99532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Prepared by: Lecturer Azizur Rahman Anik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Dept of CSE, UIU</a:t>
            </a:r>
            <a:endParaRPr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Concurrency Objectives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Mutual exclusion (e.g., A and B don’t run at same time)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solved with locks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Ordering (e.g., B runs after A does something)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solved with condition variables and semaphores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Condition Variables</a:t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Condition Variable (CV): queue of waiting threads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 waits for a signal on CV before running</a:t>
            </a:r>
            <a:br>
              <a:rPr lang="en-US"/>
            </a:br>
            <a:r>
              <a:rPr lang="en-US"/>
              <a:t>	– wait(CV, …)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 sends signal to CV when time for B to run </a:t>
            </a:r>
            <a:br>
              <a:rPr lang="en-US"/>
            </a:br>
            <a:r>
              <a:rPr lang="en-US"/>
              <a:t>	– signal(CV, …)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Condition Variables</a:t>
            </a:r>
            <a:endParaRPr b="1"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wait(cond_t *cv, mutex_t *lock)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assumes the </a:t>
            </a:r>
            <a:r>
              <a:rPr b="1" lang="en-US">
                <a:solidFill>
                  <a:srgbClr val="FF0000"/>
                </a:solidFill>
              </a:rPr>
              <a:t>lock is held</a:t>
            </a:r>
            <a:r>
              <a:rPr lang="en-US"/>
              <a:t> when wait() is called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puts caller to sleep + </a:t>
            </a:r>
            <a:r>
              <a:rPr b="1" lang="en-US">
                <a:solidFill>
                  <a:srgbClr val="FF0000"/>
                </a:solidFill>
              </a:rPr>
              <a:t>releases the lock</a:t>
            </a:r>
            <a:r>
              <a:rPr lang="en-US"/>
              <a:t> (atomically)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when awoken, </a:t>
            </a:r>
            <a:r>
              <a:rPr b="1" lang="en-US">
                <a:solidFill>
                  <a:srgbClr val="FF0000"/>
                </a:solidFill>
              </a:rPr>
              <a:t>reacquires lock</a:t>
            </a:r>
            <a:r>
              <a:rPr lang="en-US"/>
              <a:t> before returning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signal(cond_t *cv)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wake a single waiting thread (if &gt;= 1 thread is waiting)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if there is no waiting thread, just return, doing nothing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 txBox="1"/>
          <p:nvPr>
            <p:ph type="title"/>
          </p:nvPr>
        </p:nvSpPr>
        <p:spPr>
          <a:xfrm>
            <a:off x="1205476" y="835743"/>
            <a:ext cx="10515600" cy="13768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US"/>
              <a:t>Producer/Consumer Problem</a:t>
            </a:r>
            <a:endParaRPr b="1"/>
          </a:p>
        </p:txBody>
      </p:sp>
      <p:pic>
        <p:nvPicPr>
          <p:cNvPr descr="Tackling the bounded-buffer problem (AKA producer-consumer problem) using  Semaphores | by Ashaymotiwala | Medium" id="109" name="Google Shape;1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387" y="2458511"/>
            <a:ext cx="6473108" cy="3016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Producer/Consumer Problem</a:t>
            </a:r>
            <a:endParaRPr/>
          </a:p>
        </p:txBody>
      </p:sp>
      <p:sp>
        <p:nvSpPr>
          <p:cNvPr id="115" name="Google Shape;11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Producers</a:t>
            </a:r>
            <a:r>
              <a:rPr lang="en-US"/>
              <a:t> generate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en-US">
                <a:solidFill>
                  <a:srgbClr val="FF0000"/>
                </a:solidFill>
              </a:rPr>
              <a:t>Consumers</a:t>
            </a:r>
            <a:r>
              <a:rPr lang="en-US"/>
              <a:t> grab data and process it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General strategy use condition variables to: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make producers wait when buffers are full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- make consumers wait when there is nothing to consume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Producer/Consumer Example</a:t>
            </a:r>
            <a:endParaRPr b="1"/>
          </a:p>
        </p:txBody>
      </p:sp>
      <p:sp>
        <p:nvSpPr>
          <p:cNvPr id="121" name="Google Shape;12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Start with easy case: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– 1 producer thread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– 1 consumer thread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	– 1 shared buffer to fill/consume (max = 1)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Numfull = number of buffers currently filled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Producer/Consumer Example</a:t>
            </a:r>
            <a:endParaRPr b="1"/>
          </a:p>
        </p:txBody>
      </p:sp>
      <p:pic>
        <p:nvPicPr>
          <p:cNvPr id="127" name="Google Shape;127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817" y="1766632"/>
            <a:ext cx="4838687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3014" y="1766632"/>
            <a:ext cx="4851064" cy="453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9619" y="1623885"/>
            <a:ext cx="1042035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5918" y="144745"/>
            <a:ext cx="5910031" cy="368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0018" y="107720"/>
            <a:ext cx="5733964" cy="383688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0" name="Google Shape;140;p17"/>
          <p:cNvCxnSpPr/>
          <p:nvPr/>
        </p:nvCxnSpPr>
        <p:spPr>
          <a:xfrm>
            <a:off x="6312310" y="127384"/>
            <a:ext cx="0" cy="3490887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4854370"/>
            <a:ext cx="12139109" cy="178240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674942" y="3641103"/>
            <a:ext cx="29693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Who will get the signal?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Consumer1 or Producer?</a:t>
            </a:r>
            <a:endParaRPr/>
          </a:p>
        </p:txBody>
      </p:sp>
      <p:cxnSp>
        <p:nvCxnSpPr>
          <p:cNvPr id="143" name="Google Shape;143;p17"/>
          <p:cNvCxnSpPr/>
          <p:nvPr/>
        </p:nvCxnSpPr>
        <p:spPr>
          <a:xfrm rot="10800000">
            <a:off x="10471355" y="4336026"/>
            <a:ext cx="629264" cy="518344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206" y="1321696"/>
            <a:ext cx="101155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Producer/Consumer: Two CVs </a:t>
            </a:r>
            <a:endParaRPr b="1"/>
          </a:p>
        </p:txBody>
      </p:sp>
      <p:pic>
        <p:nvPicPr>
          <p:cNvPr id="154" name="Google Shape;154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20785"/>
            <a:ext cx="10515600" cy="32665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 txBox="1"/>
          <p:nvPr/>
        </p:nvSpPr>
        <p:spPr>
          <a:xfrm>
            <a:off x="963560" y="5279923"/>
            <a:ext cx="1130709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Fill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used to wake up the consumer threads, as they were waiting for the buffer to be filled so that they can consume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Empty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– used to wake up the producer threads, as they were waiting for the buffer to be empty so that they can produce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583018" y="169804"/>
            <a:ext cx="10515600" cy="701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FF0000"/>
                </a:solidFill>
              </a:rPr>
              <a:t>A Bug in the previous code!</a:t>
            </a:r>
            <a:endParaRPr b="1" sz="3200">
              <a:solidFill>
                <a:srgbClr val="FF0000"/>
              </a:solidFill>
            </a:endParaRPr>
          </a:p>
        </p:txBody>
      </p:sp>
      <p:sp>
        <p:nvSpPr>
          <p:cNvPr id="161" name="Google Shape;16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1. consumer1 waits because numfull == 0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2. producer increments numfull, wakes consumer1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before consumer1 runs, consumer2 runs, grabs entry, sets numfull=0.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4. consumer1 then reads bad data. </a:t>
            </a:r>
            <a:endParaRPr/>
          </a:p>
        </p:txBody>
      </p:sp>
      <p:pic>
        <p:nvPicPr>
          <p:cNvPr id="162" name="Google Shape;16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060" y="732487"/>
            <a:ext cx="11482387" cy="35668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Producer/Consumer: Two CVs and </a:t>
            </a:r>
            <a:r>
              <a:rPr b="1" lang="en-US">
                <a:solidFill>
                  <a:srgbClr val="FF0000"/>
                </a:solidFill>
              </a:rPr>
              <a:t>WHILE</a:t>
            </a:r>
            <a:r>
              <a:rPr b="1" lang="en-US"/>
              <a:t> </a:t>
            </a:r>
            <a:endParaRPr b="1"/>
          </a:p>
        </p:txBody>
      </p:sp>
      <p:pic>
        <p:nvPicPr>
          <p:cNvPr id="168" name="Google Shape;168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16284"/>
            <a:ext cx="10515600" cy="303031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1"/>
          <p:cNvSpPr txBox="1"/>
          <p:nvPr/>
        </p:nvSpPr>
        <p:spPr>
          <a:xfrm>
            <a:off x="838200" y="5390707"/>
            <a:ext cx="1070875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concurrent access to shared state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time lock is acquired, assumptions are reevaluated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consumer will get to run after every do_fill() 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producer will get to run after every do_get()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Good Rule of Thumb 3</a:t>
            </a:r>
            <a:endParaRPr b="1"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Whenever a lock is acquired, recheck assumptions about state!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Why? Because another thread could grab lock in between signal and wakeup from wait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Note that some libraries also have “spurious wakeups” (may wake multiple waiting threads at signal or at any time)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Summary: rules of thumb for CVs</a:t>
            </a:r>
            <a:endParaRPr b="1"/>
          </a:p>
        </p:txBody>
      </p:sp>
      <p:sp>
        <p:nvSpPr>
          <p:cNvPr id="181" name="Google Shape;18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1. Keep state in addition to CV’s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2. Always do wait/signal with lock held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3. Whenever thread wakes from waiting, recheck state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Which function does what?</a:t>
            </a:r>
            <a:endParaRPr b="1"/>
          </a:p>
        </p:txBody>
      </p:sp>
      <p:pic>
        <p:nvPicPr>
          <p:cNvPr id="187" name="Google Shape;187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804120"/>
            <a:ext cx="7561521" cy="178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3588115"/>
            <a:ext cx="89725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" y="5074015"/>
            <a:ext cx="8810625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2024-12-02T15:39:05Z</dcterms:created>
  <dc:creator>HP</dc:creator>
</cp:coreProperties>
</file>