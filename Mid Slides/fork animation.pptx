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2OvSxllTfVpFNrIkUmOKLye4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Operating Systems</a:t>
            </a:r>
            <a:br>
              <a:rPr lang="en-US"/>
            </a:br>
            <a:r>
              <a:rPr lang="en-US" sz="4400"/>
              <a:t>Fork and Process Tree Animation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Azizur Rahman Anik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Lecturer, Dept of CSE, UIU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6919306" y="284159"/>
            <a:ext cx="9995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&gt;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5624759" y="1139635"/>
            <a:ext cx="806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4053720" y="1989268"/>
            <a:ext cx="10406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=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8844543" y="884117"/>
            <a:ext cx="3549445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status;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waitpid(ret2, &amp;status, 0);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83364" y="329382"/>
            <a:ext cx="2448231" cy="47194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P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370283" y="1164134"/>
            <a:ext cx="3234813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status;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waitpid(ret2, &amp;status, 0);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-4254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8844543" y="181543"/>
            <a:ext cx="2448231" cy="47194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900189" y="1209750"/>
            <a:ext cx="1737279" cy="229101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043607" y="231493"/>
            <a:ext cx="675822" cy="55473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2"/>
          <p:cNvCxnSpPr>
            <a:stCxn id="98" idx="3"/>
          </p:cNvCxnSpPr>
          <p:nvPr/>
        </p:nvCxnSpPr>
        <p:spPr>
          <a:xfrm flipH="1">
            <a:off x="4994779" y="704989"/>
            <a:ext cx="1147800" cy="817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2"/>
          <p:cNvSpPr/>
          <p:nvPr/>
        </p:nvSpPr>
        <p:spPr>
          <a:xfrm>
            <a:off x="4466466" y="1462695"/>
            <a:ext cx="675822" cy="55473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4208206" y="3623328"/>
            <a:ext cx="3510117" cy="158776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the system has two processes and instruction pointer is at line 2 for each process!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6919306" y="299885"/>
            <a:ext cx="9995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&gt; 0</a:t>
            </a:r>
            <a:endParaRPr/>
          </a:p>
        </p:txBody>
      </p:sp>
      <p:grpSp>
        <p:nvGrpSpPr>
          <p:cNvPr id="107" name="Google Shape;107;p3"/>
          <p:cNvGrpSpPr/>
          <p:nvPr/>
        </p:nvGrpSpPr>
        <p:grpSpPr>
          <a:xfrm>
            <a:off x="5227102" y="432619"/>
            <a:ext cx="1766119" cy="2090360"/>
            <a:chOff x="5942371" y="422787"/>
            <a:chExt cx="1766119" cy="2090360"/>
          </a:xfrm>
        </p:grpSpPr>
        <p:sp>
          <p:nvSpPr>
            <p:cNvPr id="108" name="Google Shape;108;p3"/>
            <p:cNvSpPr/>
            <p:nvPr/>
          </p:nvSpPr>
          <p:spPr>
            <a:xfrm>
              <a:off x="6980903" y="422787"/>
              <a:ext cx="727587" cy="69809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" name="Google Shape;109;p3"/>
            <p:cNvCxnSpPr>
              <a:stCxn id="108" idx="3"/>
            </p:cNvCxnSpPr>
            <p:nvPr/>
          </p:nvCxnSpPr>
          <p:spPr>
            <a:xfrm flipH="1">
              <a:off x="6430156" y="1018644"/>
              <a:ext cx="657300" cy="87900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0" name="Google Shape;110;p3"/>
            <p:cNvSpPr/>
            <p:nvPr/>
          </p:nvSpPr>
          <p:spPr>
            <a:xfrm>
              <a:off x="5942371" y="1815057"/>
              <a:ext cx="727587" cy="69809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3"/>
          <p:cNvSpPr txBox="1"/>
          <p:nvPr/>
        </p:nvSpPr>
        <p:spPr>
          <a:xfrm>
            <a:off x="6043607" y="1357234"/>
            <a:ext cx="806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4053720" y="1989268"/>
            <a:ext cx="10406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=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8844544" y="884117"/>
            <a:ext cx="3259468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status;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waitpid(ret2, &amp;status, 0);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83364" y="329382"/>
            <a:ext cx="2448231" cy="47194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P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459514" y="1164134"/>
            <a:ext cx="3057832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status;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waitpid(ret2, &amp;status, 0);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-4254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8844543" y="181543"/>
            <a:ext cx="2448231" cy="47194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B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83364" y="1391455"/>
            <a:ext cx="2254189" cy="26156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385187" y="5142271"/>
            <a:ext cx="2920181" cy="1220269"/>
          </a:xfrm>
          <a:prstGeom prst="ellipse">
            <a:avLst/>
          </a:prstGeom>
          <a:solidFill>
            <a:srgbClr val="F7CAAC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Say, Process P is running now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3"/>
          <p:cNvCxnSpPr>
            <a:stCxn id="108" idx="5"/>
          </p:cNvCxnSpPr>
          <p:nvPr/>
        </p:nvCxnSpPr>
        <p:spPr>
          <a:xfrm>
            <a:off x="6886668" y="1028476"/>
            <a:ext cx="532500" cy="27765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3"/>
          <p:cNvSpPr/>
          <p:nvPr/>
        </p:nvSpPr>
        <p:spPr>
          <a:xfrm>
            <a:off x="7120432" y="3746090"/>
            <a:ext cx="745656" cy="727587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7493259" y="3195484"/>
            <a:ext cx="146500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&gt; 0 (Copied from P)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7420222" y="4623308"/>
            <a:ext cx="997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=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7152880" y="884117"/>
            <a:ext cx="10482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&gt;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305368" y="2271252"/>
            <a:ext cx="1112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6919306" y="299885"/>
            <a:ext cx="9995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&gt; 0</a:t>
            </a:r>
            <a:endParaRPr/>
          </a:p>
        </p:txBody>
      </p:sp>
      <p:grpSp>
        <p:nvGrpSpPr>
          <p:cNvPr id="130" name="Google Shape;130;p4"/>
          <p:cNvGrpSpPr/>
          <p:nvPr/>
        </p:nvGrpSpPr>
        <p:grpSpPr>
          <a:xfrm>
            <a:off x="5227102" y="432619"/>
            <a:ext cx="1766119" cy="2090360"/>
            <a:chOff x="5942371" y="422787"/>
            <a:chExt cx="1766119" cy="2090360"/>
          </a:xfrm>
        </p:grpSpPr>
        <p:sp>
          <p:nvSpPr>
            <p:cNvPr id="131" name="Google Shape;131;p4"/>
            <p:cNvSpPr/>
            <p:nvPr/>
          </p:nvSpPr>
          <p:spPr>
            <a:xfrm>
              <a:off x="6980903" y="422787"/>
              <a:ext cx="727587" cy="69809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2" name="Google Shape;132;p4"/>
            <p:cNvCxnSpPr>
              <a:stCxn id="131" idx="3"/>
            </p:cNvCxnSpPr>
            <p:nvPr/>
          </p:nvCxnSpPr>
          <p:spPr>
            <a:xfrm flipH="1">
              <a:off x="6430156" y="1018644"/>
              <a:ext cx="657300" cy="87900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3" name="Google Shape;133;p4"/>
            <p:cNvSpPr/>
            <p:nvPr/>
          </p:nvSpPr>
          <p:spPr>
            <a:xfrm>
              <a:off x="5942371" y="1815057"/>
              <a:ext cx="727587" cy="69809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4"/>
          <p:cNvSpPr txBox="1"/>
          <p:nvPr/>
        </p:nvSpPr>
        <p:spPr>
          <a:xfrm>
            <a:off x="6043607" y="1357234"/>
            <a:ext cx="806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4053720" y="1989268"/>
            <a:ext cx="10406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=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8844544" y="884117"/>
            <a:ext cx="3259468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status;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waitpid(ret2, &amp;status, 0);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83364" y="329382"/>
            <a:ext cx="2448231" cy="47194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459514" y="1183798"/>
            <a:ext cx="3057832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status;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waitpid(ret2, &amp;status, 0);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-4254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8844543" y="181543"/>
            <a:ext cx="2448231" cy="47194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C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27083" y="1465006"/>
            <a:ext cx="2254189" cy="26156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385187" y="5142271"/>
            <a:ext cx="2920181" cy="1220269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Say, Process A is running now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>
            <a:stCxn id="131" idx="5"/>
          </p:cNvCxnSpPr>
          <p:nvPr/>
        </p:nvCxnSpPr>
        <p:spPr>
          <a:xfrm>
            <a:off x="6886668" y="1028476"/>
            <a:ext cx="532500" cy="27765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4"/>
          <p:cNvSpPr/>
          <p:nvPr/>
        </p:nvSpPr>
        <p:spPr>
          <a:xfrm>
            <a:off x="7120432" y="3746090"/>
            <a:ext cx="745656" cy="727587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493259" y="3195484"/>
            <a:ext cx="146500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&gt; 0 (Copied from P)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420222" y="4623308"/>
            <a:ext cx="997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=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7152880" y="884117"/>
            <a:ext cx="10482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&gt;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574028" y="3746090"/>
            <a:ext cx="653074" cy="727587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4"/>
          <p:cNvCxnSpPr>
            <a:stCxn id="133" idx="4"/>
            <a:endCxn id="147" idx="0"/>
          </p:cNvCxnSpPr>
          <p:nvPr/>
        </p:nvCxnSpPr>
        <p:spPr>
          <a:xfrm flipH="1">
            <a:off x="4900596" y="2522979"/>
            <a:ext cx="690300" cy="12231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4"/>
          <p:cNvSpPr txBox="1"/>
          <p:nvPr/>
        </p:nvSpPr>
        <p:spPr>
          <a:xfrm>
            <a:off x="7419094" y="2530494"/>
            <a:ext cx="10225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5265428" y="3056796"/>
            <a:ext cx="10225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fork2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5476568" y="4218039"/>
            <a:ext cx="12897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= 0 (Copied from 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696929" y="4286865"/>
            <a:ext cx="877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= 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049772" y="2530494"/>
            <a:ext cx="10067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&gt; 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/>
        </p:nvSpPr>
        <p:spPr>
          <a:xfrm>
            <a:off x="6533537" y="1141553"/>
            <a:ext cx="2703872" cy="4324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status;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waitpid(ret2, &amp;status, 0);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83364" y="329382"/>
            <a:ext cx="2448231" cy="47194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P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0" y="1115969"/>
            <a:ext cx="293984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status;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waitpid(ret2, &amp;status, 0);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800595" y="309717"/>
            <a:ext cx="2448231" cy="47194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3357717" y="1303778"/>
            <a:ext cx="2757948" cy="4324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status;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waitpid(ret2, &amp;status, 0);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9379972" y="1141553"/>
            <a:ext cx="2635047" cy="4324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int status;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waitpid(ret2, &amp;status, 0);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931741" y="309717"/>
            <a:ext cx="2448231" cy="471948"/>
          </a:xfrm>
          <a:prstGeom prst="ellipse">
            <a:avLst/>
          </a:prstGeom>
          <a:solidFill>
            <a:srgbClr val="17161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B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9743769" y="329382"/>
            <a:ext cx="2448231" cy="471948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C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807479" y="5919019"/>
            <a:ext cx="8663876" cy="67842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the system has 4 processes. And each of them will execute from line 3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583364" y="329382"/>
            <a:ext cx="2448231" cy="47194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P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0" y="1115969"/>
            <a:ext cx="293984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3637936" y="894735"/>
            <a:ext cx="23892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Process P,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&gt;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&gt;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0" y="3726426"/>
            <a:ext cx="3264310" cy="95372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3637936" y="3726426"/>
            <a:ext cx="28120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condition is true in process 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3637936" y="4680155"/>
            <a:ext cx="293001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P goes to waiting for a child (B or A) according to line 17.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449961" y="801330"/>
            <a:ext cx="3244645" cy="1016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A, B and C are in Ready State, P in waiting state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377084" y="3562792"/>
            <a:ext cx="2772697" cy="1599143"/>
          </a:xfrm>
          <a:prstGeom prst="flowChartPunchedTap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Say, Process P runs first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491614" y="329382"/>
            <a:ext cx="2448231" cy="47194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0" y="1194627"/>
            <a:ext cx="293984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3637936" y="894735"/>
            <a:ext cx="23892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Process A,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&gt;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-1" y="2290916"/>
            <a:ext cx="3303639" cy="84557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3637936" y="2602778"/>
            <a:ext cx="28120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condition is true in process 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3519948" y="3726426"/>
            <a:ext cx="293001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goes to waiting for a child (Child C) according to line 8.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449961" y="801330"/>
            <a:ext cx="3244645" cy="1016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B and C are in Ready State, Process P and A are in waiting/blocked State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377084" y="3582456"/>
            <a:ext cx="2772697" cy="1599143"/>
          </a:xfrm>
          <a:prstGeom prst="flowChartPunchedTape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Say, Process A runs next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491614" y="329382"/>
            <a:ext cx="2448231" cy="471948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B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0" y="1194627"/>
            <a:ext cx="293984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3637936" y="894735"/>
            <a:ext cx="23892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Process B,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&gt;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=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16310" y="1757204"/>
            <a:ext cx="3146322" cy="632036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3637936" y="2602778"/>
            <a:ext cx="28120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condition is true in process 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3519948" y="3726426"/>
            <a:ext cx="2930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B Prints line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449961" y="801330"/>
            <a:ext cx="3244645" cy="1016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Now, Process P goes to Ready State. Process C is in ready state. Process A still in waiting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377084" y="3582457"/>
            <a:ext cx="2772697" cy="1599143"/>
          </a:xfrm>
          <a:prstGeom prst="flowChartPunchedTape">
            <a:avLst/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Say, Process B runs next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3519948" y="4748981"/>
            <a:ext cx="375592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is the worst!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491614" y="329382"/>
            <a:ext cx="2448231" cy="471948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C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0" y="1194627"/>
            <a:ext cx="293984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3637936" y="894735"/>
            <a:ext cx="23892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Process C,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=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16310" y="1757204"/>
            <a:ext cx="3146322" cy="632036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3637936" y="2602778"/>
            <a:ext cx="28120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condition is true in process 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3519948" y="3726426"/>
            <a:ext cx="2930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C Prints line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449961" y="801330"/>
            <a:ext cx="3244645" cy="1016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Now, Process A goes to Ready State. Process P is in ready state.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377084" y="3582457"/>
            <a:ext cx="2772697" cy="1599143"/>
          </a:xfrm>
          <a:prstGeom prst="flowChartPunchedTape">
            <a:avLst/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Say, Process C runs next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3519948" y="4748981"/>
            <a:ext cx="37559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is the worst!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is the worst!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583364" y="329382"/>
            <a:ext cx="2448231" cy="47194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P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0" y="1115969"/>
            <a:ext cx="293984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3637936" y="894735"/>
            <a:ext cx="23892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Process P,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&gt;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&gt;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0" y="3726426"/>
            <a:ext cx="3264310" cy="95372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3578942" y="3403260"/>
            <a:ext cx="28120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condition is true in process 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3608439" y="4352531"/>
            <a:ext cx="293001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P now executes line 18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449961" y="801330"/>
            <a:ext cx="3244645" cy="1016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A is in ready state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8377084" y="3562792"/>
            <a:ext cx="2772697" cy="1599143"/>
          </a:xfrm>
          <a:prstGeom prst="flowChartPunchedTap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Say, Process P runs next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3637936" y="5270952"/>
            <a:ext cx="375592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is the worst!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is the worst!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is confusing!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491614" y="329382"/>
            <a:ext cx="2448231" cy="47194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0" y="1194627"/>
            <a:ext cx="293984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ret1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pid_t ret2 = fork();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if(ret2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worst!\n");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==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okay!\n");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==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fun!\n");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 if(ret1 &gt; 0 &amp;&amp; ret2 &gt; 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confusing!\n");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}else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{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wait(NULL);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   printf("OS is the best!\n");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}</a:t>
            </a:r>
            <a:endParaRPr/>
          </a:p>
          <a:p>
            <a:pPr indent="-4381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3637936" y="894735"/>
            <a:ext cx="23892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Process A,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Ret1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Ret2 &gt;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-1" y="2290916"/>
            <a:ext cx="3303639" cy="84557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3637936" y="2602778"/>
            <a:ext cx="28120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condition is true in process 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3519948" y="3726426"/>
            <a:ext cx="3038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now executes line 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449961" y="801330"/>
            <a:ext cx="3244645" cy="10167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process left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377084" y="3582456"/>
            <a:ext cx="2772697" cy="1599143"/>
          </a:xfrm>
          <a:prstGeom prst="flowChartPunchedTape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Say, Process A runs next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3519948" y="4610946"/>
            <a:ext cx="375592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is the worst!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is the worst!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is confusing!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is okay!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2024-11-17T15:43:47Z</dcterms:created>
  <dc:creator>HP</dc:creator>
</cp:coreProperties>
</file>