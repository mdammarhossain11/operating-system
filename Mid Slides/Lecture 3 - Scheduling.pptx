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ta6Qo/1/UU5APxq+r+lTjVzw3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perating Systems: Three Easy Pieces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7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624051" y="1248697"/>
            <a:ext cx="578136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Scheduling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(Chapter 7 &amp; 8)</a:t>
            </a:r>
            <a:endParaRPr b="0" i="0" sz="4800" u="none" cap="none" strike="noStrike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584722" y="4218039"/>
            <a:ext cx="58600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Prepared by: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Azizur Rahman Anik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Lecturer, department of CSE, UIU</a:t>
            </a:r>
            <a:endParaRPr sz="32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ntium Basic"/>
              <a:buNone/>
            </a:pPr>
            <a:r>
              <a:rPr b="1" lang="en-US">
                <a:latin typeface="Gentium Basic"/>
                <a:ea typeface="Gentium Basic"/>
                <a:cs typeface="Gentium Basic"/>
                <a:sym typeface="Gentium Basic"/>
              </a:rPr>
              <a:t>Chapter 7- Scheduling: Introduction</a:t>
            </a:r>
            <a:endParaRPr b="1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2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0351" y="2424727"/>
            <a:ext cx="9923449" cy="3110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THE CRUX: HOW TO DEVELOP SCHEDULING POLICY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3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3"/>
          <p:cNvSpPr txBox="1"/>
          <p:nvPr/>
        </p:nvSpPr>
        <p:spPr>
          <a:xfrm>
            <a:off x="1323666" y="2418735"/>
            <a:ext cx="8823224" cy="3356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How should we develop a basic framework for thinking about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scheduling policies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?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What are the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key assumptions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?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What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metrics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are important?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What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basic approaches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have been used in the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earliest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of computer systems?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Workload Assumptions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4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4"/>
          <p:cNvSpPr txBox="1"/>
          <p:nvPr/>
        </p:nvSpPr>
        <p:spPr>
          <a:xfrm>
            <a:off x="1235175" y="1730476"/>
            <a:ext cx="882322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We will make the following assumptions about the processes, sometimes called jobs, that are running in the system: 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1. Each job runs for the same amount of time. 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2. All jobs arrive at the same time. 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3. Once started, each job runs to completion. 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4. All jobs only use the CPU (i.e., they perform no I/O) 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5. The run-time of each job is known.</a:t>
            </a:r>
            <a:endParaRPr b="0" i="0" sz="2400" u="none" cap="none" strike="noStrike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462116" y="5700794"/>
            <a:ext cx="1149391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Note: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The workload assumptions we make here are </a:t>
            </a:r>
            <a:r>
              <a:rPr b="1" lang="en-US" sz="2000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mostly unrealistic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, but that is alright (for now), because we will relax them as we go, and eventually develop what we will refer to as a 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fully-operational scheduling discipline.</a:t>
            </a:r>
            <a:endParaRPr b="1" sz="20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Scheduling Metrics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5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5"/>
          <p:cNvSpPr txBox="1"/>
          <p:nvPr/>
        </p:nvSpPr>
        <p:spPr>
          <a:xfrm>
            <a:off x="1235175" y="1730476"/>
            <a:ext cx="8823224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To enable us to compare different scheduling policies, we need a scheduling metric.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 Time(Performance metric):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The time at which the job completes minus the time at which the job arrived at the system.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= T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completion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− T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arrival</a:t>
            </a:r>
            <a:endParaRPr sz="20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Fairness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Performance and fairness are often at odds.</a:t>
            </a:r>
            <a:endParaRPr/>
          </a:p>
          <a:p>
            <a:pPr indent="-215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First In, First Out (FIFO)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6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6"/>
          <p:cNvSpPr txBox="1"/>
          <p:nvPr/>
        </p:nvSpPr>
        <p:spPr>
          <a:xfrm>
            <a:off x="1235174" y="1730476"/>
            <a:ext cx="990477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First In, First Out(FIFO) or First Come, First Served (FCFS)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job that comes first is scheduled first until completion.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In the following example, A,B,C jobs come almost at the same time.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708" y="3628103"/>
            <a:ext cx="68675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8003458" y="4532671"/>
            <a:ext cx="38739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average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 time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for the three jobs is simply (10+20+30) / 3 = 20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617233" y="6061987"/>
            <a:ext cx="4308680" cy="5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=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completion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−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arrival</a:t>
            </a:r>
            <a:endParaRPr b="1"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First In, First Out (FIFO)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7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7"/>
          <p:cNvSpPr txBox="1"/>
          <p:nvPr/>
        </p:nvSpPr>
        <p:spPr>
          <a:xfrm>
            <a:off x="765683" y="1691060"/>
            <a:ext cx="990477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Now let’s relax assumption 1: Each job runs for the same amount of time.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No longer assume that each job runs for the same amount of time.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How does FIFO perform now? What kind of workload could you construct to make FIFO perform poorly?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8003458" y="4532671"/>
            <a:ext cx="38739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average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 time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for the three jobs is simply (100+110+120) / 3 = 110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617233" y="6061987"/>
            <a:ext cx="4308680" cy="5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=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completion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−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arrival</a:t>
            </a:r>
            <a:endParaRPr b="1"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590" y="4200727"/>
            <a:ext cx="6614655" cy="2472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First In, First Out (FIFO)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8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8"/>
          <p:cNvSpPr txBox="1"/>
          <p:nvPr/>
        </p:nvSpPr>
        <p:spPr>
          <a:xfrm>
            <a:off x="749708" y="1799133"/>
            <a:ext cx="990477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Convoy Effect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: A number of relatively short potential consumers of a resource get queued behind a heavy-weight resource consumer.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How can we develop a better algorithm to deal with our new reality of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jobs that run for different amounts of time?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8003458" y="4532671"/>
            <a:ext cx="38739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average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 time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for the three jobs is simply (100+110+120) / 3 = 110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617233" y="6061987"/>
            <a:ext cx="4308680" cy="5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=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completion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−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arrival</a:t>
            </a:r>
            <a:endParaRPr b="1"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590" y="4200727"/>
            <a:ext cx="6614655" cy="2472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Shortest Job First (SJF)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9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9"/>
          <p:cNvSpPr txBox="1"/>
          <p:nvPr/>
        </p:nvSpPr>
        <p:spPr>
          <a:xfrm>
            <a:off x="749708" y="1799133"/>
            <a:ext cx="99047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It runs the shortest job first, then the next shortest, and so on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7834618" y="2408111"/>
            <a:ext cx="38739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average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 time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for the three jobs is simply (10+20+120) / 3 = 50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617232" y="3755753"/>
            <a:ext cx="4308680" cy="502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turnaround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=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completion</a:t>
            </a:r>
            <a:r>
              <a:rPr b="1"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− T</a:t>
            </a:r>
            <a:r>
              <a:rPr b="1" lang="en-US" sz="18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arrival</a:t>
            </a:r>
            <a:endParaRPr b="1"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317" y="2706926"/>
            <a:ext cx="7177548" cy="2781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Shortest Job First (SJF)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0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10"/>
          <p:cNvSpPr txBox="1"/>
          <p:nvPr/>
        </p:nvSpPr>
        <p:spPr>
          <a:xfrm>
            <a:off x="749708" y="1799133"/>
            <a:ext cx="99047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our assumptions about jobs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arriving at the same time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 could prove that SJF is indeed an optimal scheduling algorithm.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you are in a systems class, not theory or operations research; no proofs are allowed.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Let’s relax our assumption 2: All jobs arrive at the same time.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Now assume that jobs can arrive at any time instead of all at once.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Shortest Job First (SJF)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1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11"/>
          <p:cNvSpPr txBox="1"/>
          <p:nvPr/>
        </p:nvSpPr>
        <p:spPr>
          <a:xfrm>
            <a:off x="749708" y="1799133"/>
            <a:ext cx="99047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job A arrives at t=0 and needs to run for 100 seconds.</a:t>
            </a:r>
            <a:endParaRPr b="1" i="0" sz="2400" u="none" cap="none" strike="noStrike">
              <a:solidFill>
                <a:srgbClr val="FF0000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B and C arrive at t=10 and each need to run for 10 seconds.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7187" y="3603464"/>
            <a:ext cx="4653114" cy="213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 txBox="1"/>
          <p:nvPr/>
        </p:nvSpPr>
        <p:spPr>
          <a:xfrm>
            <a:off x="6213988" y="3480618"/>
            <a:ext cx="586985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even though B and C arrived shortly after A, they still are forced to wait until A has completed, and </a:t>
            </a:r>
            <a:r>
              <a:rPr b="1" lang="en-US" sz="2000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thus suffer the same convoy problem.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Average turnaround time for these three jobs is 103.33 seconds (( 100+(110−10)+(120−10))/ 3 ).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What can a scheduler do?</a:t>
            </a:r>
            <a:endParaRPr sz="20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Shortest Time-to-Completion First (STCF)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87" name="Google Shape;1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2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12"/>
          <p:cNvSpPr txBox="1"/>
          <p:nvPr/>
        </p:nvSpPr>
        <p:spPr>
          <a:xfrm>
            <a:off x="749708" y="1799133"/>
            <a:ext cx="9904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address this concern,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need to relax assumption 3: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Once started, each job runs to completion.</a:t>
            </a:r>
            <a:endParaRPr b="1">
              <a:solidFill>
                <a:srgbClr val="FF0000"/>
              </a:solidFill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We can interrupt a job while it is executing – known as preemption.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scheduler should be able to preempt a job, and decide to run another job.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Any time a new job enters the system, the STCF scheduler determines which of the remaining jobs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including the new job</a:t>
            </a: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) has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least time left, and schedules that one.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Shortest Time-to-Completion First (STCF)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13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7" name="Google Shape;1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258" y="3215424"/>
            <a:ext cx="593407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/>
          <p:nvPr/>
        </p:nvSpPr>
        <p:spPr>
          <a:xfrm>
            <a:off x="7708490" y="4227871"/>
            <a:ext cx="408038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result</a:t>
            </a:r>
            <a:r>
              <a:rPr lang="en-US" sz="20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is a much-improved average turnaround time: 50 seconds (( (120−0)+(20−10)+(30−10))/3 ).</a:t>
            </a:r>
            <a:endParaRPr sz="20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865238" y="1759974"/>
            <a:ext cx="10154265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Continuing the previous example…</a:t>
            </a:r>
            <a:endParaRPr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Assume job A arrives at t=0 and needs to run for 100 seconds.</a:t>
            </a:r>
            <a:endParaRPr b="1" i="0" sz="2400" u="none" cap="none" strike="noStrike">
              <a:solidFill>
                <a:srgbClr val="FF0000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B and C arrive at t=10 and each need to run for 10 seconds.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A New Metric – Response Time</a:t>
            </a:r>
            <a:b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</a:b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	          A New Scheduling – Round Robin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205" name="Google Shape;2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14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14"/>
          <p:cNvSpPr txBox="1"/>
          <p:nvPr/>
        </p:nvSpPr>
        <p:spPr>
          <a:xfrm>
            <a:off x="865238" y="1759974"/>
            <a:ext cx="101544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Response time is required for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interactive performance.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We define response time as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time from when the job arrives in a system to the first time it is scheduled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More formally: T_response = T_first_run − T_arrival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 new scheduling algorithm that takes care of response time –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Round Robin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Instead of running jobs to completion, RR runs a job for a </a:t>
            </a:r>
            <a:r>
              <a:rPr b="1" lang="en-US" sz="2400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time slice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(sometimes called a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scheduling quantum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) and then switches to the next job in the run queue.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It repeatedly does so until the jobs are finished</a:t>
            </a:r>
            <a:endParaRPr b="1" sz="1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Round Robin (RR)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15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5" name="Google Shape;2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289" y="1856283"/>
            <a:ext cx="6205997" cy="500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 txBox="1"/>
          <p:nvPr/>
        </p:nvSpPr>
        <p:spPr>
          <a:xfrm>
            <a:off x="6784258" y="2271252"/>
            <a:ext cx="4827639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RR with a time-slice of 1 second would cycle through the jobs quickly (Figure 7.7).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average </a:t>
            </a: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response time of RR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is: (0+1+2)/ 3 = 1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For SJF, 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average response time is: (0+5+10)/ 3 = 5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Round Robin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6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16"/>
          <p:cNvSpPr txBox="1"/>
          <p:nvPr/>
        </p:nvSpPr>
        <p:spPr>
          <a:xfrm>
            <a:off x="865238" y="1759974"/>
            <a:ext cx="1015426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RR is sometimes called time-slicing.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Note that the length of a time slice must be a multiple of the timer-interrupt period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Thus if the timer interrupts every 10 milliseconds, the time slice could be 10, 20, or any other multiple of 10 ms.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Round Robin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17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17"/>
          <p:cNvSpPr txBox="1"/>
          <p:nvPr/>
        </p:nvSpPr>
        <p:spPr>
          <a:xfrm>
            <a:off x="865238" y="1759974"/>
            <a:ext cx="10154265" cy="3910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 shorter it is, the better the performance of RR under the response-time metric.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However, making the time slice too short is problematic: suddenly the cost of context switching will dominate overall performance. </a:t>
            </a:r>
            <a:endParaRPr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Thus, deciding on the length of the time slice presents a trade-off to a system designer, making it long enough to amortize the cost of switching without making it so long that the system is no longer responsive.</a:t>
            </a:r>
            <a:endParaRPr b="1" sz="24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Incorporating I/O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18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" name="Google Shape;240;p18"/>
          <p:cNvSpPr txBox="1"/>
          <p:nvPr/>
        </p:nvSpPr>
        <p:spPr>
          <a:xfrm>
            <a:off x="865238" y="1759974"/>
            <a:ext cx="10154265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rgbClr val="FF0000"/>
                </a:solidFill>
                <a:latin typeface="Gentium Basic"/>
                <a:ea typeface="Gentium Basic"/>
                <a:cs typeface="Gentium Basic"/>
                <a:sym typeface="Gentium Basic"/>
              </a:rPr>
              <a:t>First, we relax assumption 4: All jobs only use the CPU (i.e., they perform no I/O)</a:t>
            </a:r>
            <a:endParaRPr b="1" sz="2400">
              <a:solidFill>
                <a:srgbClr val="FF0000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A job doesn’t use the CPU during the I/O operation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Therefore, the scheduler should schedule another job on the CPU at that time.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When I/O request is initiated, the process goes to </a:t>
            </a:r>
            <a:r>
              <a:rPr b="1" i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Blocked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state from the </a:t>
            </a:r>
            <a:r>
              <a:rPr b="1" i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Running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state.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When the I/O is completed, an interrupt is raised. Then the OS moves that process from </a:t>
            </a:r>
            <a:r>
              <a:rPr b="1" i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Blocked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State to </a:t>
            </a:r>
            <a:r>
              <a:rPr b="1" i="1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Ready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State.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>
            <p:ph type="title"/>
          </p:nvPr>
        </p:nvSpPr>
        <p:spPr>
          <a:xfrm>
            <a:off x="2450690" y="374959"/>
            <a:ext cx="8903110" cy="81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ntium Basic"/>
              <a:buNone/>
            </a:pPr>
            <a:r>
              <a:rPr b="1" lang="en-US" sz="2800">
                <a:latin typeface="Gentium Basic"/>
                <a:ea typeface="Gentium Basic"/>
                <a:cs typeface="Gentium Basic"/>
                <a:sym typeface="Gentium Basic"/>
              </a:rPr>
              <a:t>Scheduling: How to deal a job that performs I/O?</a:t>
            </a:r>
            <a:endParaRPr b="1"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descr="Operating Systems: Three Easy Pieces"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08" y="190802"/>
            <a:ext cx="1147917" cy="135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19"/>
          <p:cNvCxnSpPr/>
          <p:nvPr/>
        </p:nvCxnSpPr>
        <p:spPr>
          <a:xfrm>
            <a:off x="462116" y="1651819"/>
            <a:ext cx="11326761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8" name="Google Shape;2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263" y="1759974"/>
            <a:ext cx="5335229" cy="472457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6371303" y="2044767"/>
            <a:ext cx="526025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Treat each sub-job as an independent job.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In the figure, each sub-job of job A takes 10 ms time. They are considered as independent jobs in the 2</a:t>
            </a:r>
            <a:r>
              <a:rPr baseline="30000"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nd</a:t>
            </a: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 figure.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Doing so allows for overlap, with the CPU being used by one process while waiting for the I/O of another process to complete; the system is thus better utilized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2024-10-11T02:42:55Z</dcterms:created>
  <dc:creator>HP</dc:creator>
</cp:coreProperties>
</file>